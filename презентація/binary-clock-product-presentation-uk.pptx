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6848592ac44779" /><Relationship Type="http://schemas.openxmlformats.org/officeDocument/2006/relationships/extended-properties" Target="/docProps/app.xml" Id="R038c0b97d29641eb" /><Relationship Type="http://schemas.openxmlformats.org/officeDocument/2006/relationships/officeDocument" Target="/ppt/presentation.xml" Id="R53568ea76d3d40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17b58217254553"/>
  </p:sldMasterIdLst>
  <p:notesMasterIdLst>
    <p:notesMasterId xmlns:r="http://schemas.openxmlformats.org/officeDocument/2006/relationships" r:id="R89591b77aaae48ed"/>
  </p:notesMasterIdLst>
  <p:sldIdLst>
    <p:sldId xmlns:r="http://schemas.openxmlformats.org/officeDocument/2006/relationships" id="256" r:id="R339443bad0ee416a"/>
    <p:sldId xmlns:r="http://schemas.openxmlformats.org/officeDocument/2006/relationships" id="257" r:id="R29f5a99f95264b3c"/>
    <p:sldId xmlns:r="http://schemas.openxmlformats.org/officeDocument/2006/relationships" id="258" r:id="R5826c697a3e74d22"/>
    <p:sldId xmlns:r="http://schemas.openxmlformats.org/officeDocument/2006/relationships" id="259" r:id="R64f1d54a3613472c"/>
    <p:sldId xmlns:r="http://schemas.openxmlformats.org/officeDocument/2006/relationships" id="260" r:id="Re5c8bd7301404839"/>
    <p:sldId xmlns:r="http://schemas.openxmlformats.org/officeDocument/2006/relationships" id="261" r:id="R1f5938a9be2e4798"/>
    <p:sldId xmlns:r="http://schemas.openxmlformats.org/officeDocument/2006/relationships" id="262" r:id="Rcac0fa9827c245b6"/>
    <p:sldId xmlns:r="http://schemas.openxmlformats.org/officeDocument/2006/relationships" id="263" r:id="R4f9f8ea6c8114ebe"/>
    <p:sldId xmlns:r="http://schemas.openxmlformats.org/officeDocument/2006/relationships" id="264" r:id="R608ab631205340f2"/>
    <p:sldId xmlns:r="http://schemas.openxmlformats.org/officeDocument/2006/relationships" id="265" r:id="R2693658f16be46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ef06340dc04b38" /><Relationship Type="http://schemas.openxmlformats.org/officeDocument/2006/relationships/slideMaster" Target="/ppt/slideMasters/slideMaster1.xml" Id="Rb517b58217254553" /><Relationship Type="http://schemas.openxmlformats.org/officeDocument/2006/relationships/notesMaster" Target="/ppt/notesMasters/notesMaster1.xml" Id="R89591b77aaae48ed" /><Relationship Type="http://schemas.openxmlformats.org/officeDocument/2006/relationships/presProps" Target="/ppt/presProps.xml" Id="R0b667c644b3b4811" /><Relationship Type="http://schemas.openxmlformats.org/officeDocument/2006/relationships/tableStyles" Target="/ppt/tableStyles.xml" Id="Rf99a30c166b44744" /><Relationship Type="http://schemas.openxmlformats.org/officeDocument/2006/relationships/slide" Target="/ppt/slides/slide1.xml" Id="R339443bad0ee416a" /><Relationship Type="http://schemas.openxmlformats.org/officeDocument/2006/relationships/slide" Target="/ppt/slides/slide2.xml" Id="R29f5a99f95264b3c" /><Relationship Type="http://schemas.openxmlformats.org/officeDocument/2006/relationships/slide" Target="/ppt/slides/slide3.xml" Id="R5826c697a3e74d22" /><Relationship Type="http://schemas.openxmlformats.org/officeDocument/2006/relationships/slide" Target="/ppt/slides/slide4.xml" Id="R64f1d54a3613472c" /><Relationship Type="http://schemas.openxmlformats.org/officeDocument/2006/relationships/slide" Target="/ppt/slides/slide5.xml" Id="Re5c8bd7301404839" /><Relationship Type="http://schemas.openxmlformats.org/officeDocument/2006/relationships/slide" Target="/ppt/slides/slide6.xml" Id="R1f5938a9be2e4798" /><Relationship Type="http://schemas.openxmlformats.org/officeDocument/2006/relationships/slide" Target="/ppt/slides/slide7.xml" Id="Rcac0fa9827c245b6" /><Relationship Type="http://schemas.openxmlformats.org/officeDocument/2006/relationships/slide" Target="/ppt/slides/slide8.xml" Id="R4f9f8ea6c8114ebe" /><Relationship Type="http://schemas.openxmlformats.org/officeDocument/2006/relationships/slide" Target="/ppt/slides/slide9.xml" Id="R608ab631205340f2" /><Relationship Type="http://schemas.openxmlformats.org/officeDocument/2006/relationships/slide" Target="/ppt/slides/slide10.xml" Id="R2693658f16be46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2911fe2f564d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7522811c6b4c4c" /><Relationship Type="http://schemas.openxmlformats.org/officeDocument/2006/relationships/notesMaster" Target="/ppt/notesMasters/notesMaster1.xml" Id="Rc85626bd507c4a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6b34532f5e48b1" /><Relationship Type="http://schemas.openxmlformats.org/officeDocument/2006/relationships/notesMaster" Target="/ppt/notesMasters/notesMaster1.xml" Id="Rf52040707d494a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d37dc5139f49db" /><Relationship Type="http://schemas.openxmlformats.org/officeDocument/2006/relationships/notesMaster" Target="/ppt/notesMasters/notesMaster1.xml" Id="R0363fadab46f4d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8d5a096d9a4aea" /><Relationship Type="http://schemas.openxmlformats.org/officeDocument/2006/relationships/notesMaster" Target="/ppt/notesMasters/notesMaster1.xml" Id="R818d36475b8144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c57aca64aa469b" /><Relationship Type="http://schemas.openxmlformats.org/officeDocument/2006/relationships/notesMaster" Target="/ppt/notesMasters/notesMaster1.xml" Id="Ra912c9aa241340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e14ab59f984d05" /><Relationship Type="http://schemas.openxmlformats.org/officeDocument/2006/relationships/notesMaster" Target="/ppt/notesMasters/notesMaster1.xml" Id="R86fddf4af4e545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1494d879f84b57" /><Relationship Type="http://schemas.openxmlformats.org/officeDocument/2006/relationships/notesMaster" Target="/ppt/notesMasters/notesMaster1.xml" Id="Rc14421e1dd5946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19439b1ad34b0e" /><Relationship Type="http://schemas.openxmlformats.org/officeDocument/2006/relationships/notesMaster" Target="/ppt/notesMasters/notesMaster1.xml" Id="R2a2db3e8b2654e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1bc55cb5ec413b" /><Relationship Type="http://schemas.openxmlformats.org/officeDocument/2006/relationships/notesMaster" Target="/ppt/notesMasters/notesMaster1.xml" Id="R21a9b106a93943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d2bfd8644246c1" /><Relationship Type="http://schemas.openxmlformats.org/officeDocument/2006/relationships/notesMaster" Target="/ppt/notesMasters/notesMaster1.xml" Id="R09430080706f45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Бінарний годинник-барометр поєднує час, погоду та стан кімнати в одному виразному предметі.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Пристрій щодня показує час, дату, температуру, вологість і оцінку погоди. Будильник та автоматична яскравість працюють без окремого екрана.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Кожен стовпчик відповідає одній цифрі. Користувач складає активні значення 8, 4, 2 і 1 та отримує звичайний час.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Чотири режими перемикаються однією кнопкою. Зелений світлодіод показує, який режим активний.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Нижня шкала барометра показує п’ять станів: гроза, дощ, хмарно, ясно та сухо.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BME280 вимірює температуру й вологість, а BH1750 автоматично підлаштовує яскравість індикації.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Синій LED показує активний будильник. Будь-яка кнопка вимикає звук після спрацювання.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Корпус виготовлений вручну з натуральною фактурою дерева. Невеликі особливості поверхні залишаються частиною дизайну.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Керування побудоване на чотирьох кнопках. Вбудований акумулятор заряджається через micro-USB.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Бінарний годинник-барометр створений для людей, яким потрібна корисна річ з власним характером.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8ebe9da0e4b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32bc89cf6a4c51" /><Relationship Type="http://schemas.openxmlformats.org/officeDocument/2006/relationships/slideLayout" Target="/ppt/slideLayouts/slideLayout1.xml" Id="R1351be189aa740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51be189aa740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37c1caddb4433" /><Relationship Type="http://schemas.openxmlformats.org/officeDocument/2006/relationships/image" Target="/ppt/media/image.png" Id="R0603218f5f1148d1" /><Relationship Type="http://schemas.openxmlformats.org/officeDocument/2006/relationships/notesSlide" Target="/ppt/notesSlides/notesSlide1.xml" Id="R775d7630f7ab4c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160c5e7b544a1" /><Relationship Type="http://schemas.openxmlformats.org/officeDocument/2006/relationships/notesSlide" Target="/ppt/notesSlides/notesSlide2.xml" Id="R607910b2f32843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e5205c5de4aeb" /><Relationship Type="http://schemas.openxmlformats.org/officeDocument/2006/relationships/notesSlide" Target="/ppt/notesSlides/notesSlide3.xml" Id="R3608ed77613f48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b69db950f48e7" /><Relationship Type="http://schemas.openxmlformats.org/officeDocument/2006/relationships/image" Target="/ppt/media/image2.png" Id="R834e05ba50704469" /><Relationship Type="http://schemas.openxmlformats.org/officeDocument/2006/relationships/notesSlide" Target="/ppt/notesSlides/notesSlide4.xml" Id="R382724278f424d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c175cd3fb4665" /><Relationship Type="http://schemas.openxmlformats.org/officeDocument/2006/relationships/notesSlide" Target="/ppt/notesSlides/notesSlide5.xml" Id="Rcb3e9909e2464c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2d56ace2c4cd3" /><Relationship Type="http://schemas.openxmlformats.org/officeDocument/2006/relationships/notesSlide" Target="/ppt/notesSlides/notesSlide6.xml" Id="R674c1a2df23b46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a45829ec7493f" /><Relationship Type="http://schemas.openxmlformats.org/officeDocument/2006/relationships/notesSlide" Target="/ppt/notesSlides/notesSlide7.xml" Id="Rf07664405b4d46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c08f6eac84590" /><Relationship Type="http://schemas.openxmlformats.org/officeDocument/2006/relationships/image" Target="/ppt/media/image3.png" Id="R6d7adf709a7a414b" /><Relationship Type="http://schemas.openxmlformats.org/officeDocument/2006/relationships/notesSlide" Target="/ppt/notesSlides/notesSlide8.xml" Id="R30772d27e65e4c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12141c8214656" /><Relationship Type="http://schemas.openxmlformats.org/officeDocument/2006/relationships/notesSlide" Target="/ppt/notesSlides/notesSlide9.xml" Id="Rf83d71bfe8dc48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7091574a44822" /><Relationship Type="http://schemas.openxmlformats.org/officeDocument/2006/relationships/image" Target="/ppt/media/image4.png" Id="R90e2b63e6f584a97" /><Relationship Type="http://schemas.openxmlformats.org/officeDocument/2006/relationships/notesSlide" Target="/ppt/notesSlides/notesSlide10.xml" Id="R36eb03af96e644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3218f5f1148d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F23BF-F180-464C-9BB3-22175648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БІНАРНИЙ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ГОДИННИК-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БАРОМЕТР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AC9BF-2B0E-47AB-8B6F-2C8C9951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Час. Погода. Атмосфера.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DAA44-C28E-42B9-B01D-50FDC3BC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погляд. Усе важливе.</a:t>
            </a:r>
          </a:p>
        </p:txBody>
      </p:sp>
    </p:spTree>
    <p:extLst>
      <p:ext uri="{BB962C8B-B14F-4D97-AF65-F5344CB8AC3E}">
        <p14:creationId xmlns:p14="http://schemas.microsoft.com/office/powerpoint/2010/main" val="1690767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4475C-5077-4C9D-A68F-23ADA0E9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685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B3A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B3A2A"/>
                </a:solidFill>
                <a:latin typeface="Arial"/>
                <a:ea typeface="Arial"/>
                <a:cs typeface="Arial"/>
              </a:rPr>
              <a:t>Усе важливе.</a:t>
            </a:r>
          </a:p>
          <a:p xmlns:a="http://schemas.openxmlformats.org/drawingml/2006/main">
            <a:pPr algn="l">
              <a:defRPr sz="3750" b="1">
                <a:solidFill>
                  <a:srgbClr val="0B3A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B3A2A"/>
                </a:solidFill>
                <a:latin typeface="Arial"/>
                <a:ea typeface="Arial"/>
                <a:cs typeface="Arial"/>
              </a:rPr>
              <a:t>В одному об’єкті.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8F2E2-51C9-4BA9-AD2E-79576286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5C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5C4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67074-AC9E-4278-B476-D1E3C0D1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39A38-9F48-425C-87A8-5BD7CF1A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41C"/>
                </a:solidFill>
                <a:latin typeface="Arial"/>
                <a:ea typeface="Arial"/>
                <a:cs typeface="Arial"/>
              </a:rPr>
              <a:t>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15FEE-AC5C-40A2-BF0D-4B7D8537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7338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22C71-260F-472E-BACD-A906AADF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BD22C-7AD1-42CF-9D09-98EC5DB9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00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41C"/>
                </a:solidFill>
                <a:latin typeface="Arial"/>
                <a:ea typeface="Arial"/>
                <a:cs typeface="Arial"/>
              </a:rPr>
              <a:t>ДАТА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20972-2A2C-4BA1-90AA-FBB5424F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81500" y="37338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424A3-075E-4C1F-A099-5F2C86DC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76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468BD-2C39-4FAF-ABBD-D2C10964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41C"/>
                </a:solidFill>
                <a:latin typeface="Arial"/>
                <a:ea typeface="Arial"/>
                <a:cs typeface="Arial"/>
              </a:rPr>
              <a:t>ТЕМПЕРАТУРА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F8AEB-218F-4FDD-A3DB-E5DA0542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37338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E0080-DB25-4B29-8D20-F3F90C40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BD332-A5B5-435D-9F7E-FF6C4C39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41C"/>
                </a:solidFill>
                <a:latin typeface="Arial"/>
                <a:ea typeface="Arial"/>
                <a:cs typeface="Arial"/>
              </a:rPr>
              <a:t>ВОЛОГІСТЬ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C1B5A-0769-425D-AE36-47C068CE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9530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D2425-34F6-401A-98FA-E34066A5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99DE7-A14C-40D8-BAF7-4598E274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9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41C"/>
                </a:solidFill>
                <a:latin typeface="Arial"/>
                <a:ea typeface="Arial"/>
                <a:cs typeface="Arial"/>
              </a:rPr>
              <a:t>ПОГОДА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A6522-7D4F-4F0A-B593-15BA1A2E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81500" y="49530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2C868-FEE3-4B5E-8FDB-B167988B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4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46D"/>
                </a:solidFill>
                <a:latin typeface="Arial"/>
                <a:ea typeface="Arial"/>
                <a:cs typeface="Arial"/>
              </a:rPr>
              <a:t>Будильник і автоматична яскравість доповнюють щоденні функції.</a:t>
            </a:r>
          </a:p>
        </p:txBody>
      </p:sp>
    </p:spTree>
    <p:extLst>
      <p:ext uri="{BB962C8B-B14F-4D97-AF65-F5344CB8AC3E}">
        <p14:creationId xmlns:p14="http://schemas.microsoft.com/office/powerpoint/2010/main" val="1623186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3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1826A-B136-448F-9CB3-1BEABF2E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Час, який хочеться розгадати.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43B45-6E77-49F9-8C10-A1AE0638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E4D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5E4DC"/>
                </a:solidFill>
                <a:latin typeface="Arial"/>
                <a:ea typeface="Arial"/>
                <a:cs typeface="Arial"/>
              </a:rPr>
              <a:t>Чотири стовпчики показують окремі цифри годин і хвилин. Значення світлодіодів зверху вниз: 8, 4, 2, 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FCCCA-F855-431B-9A27-76C1D339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12:34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9E62C-99A6-45FB-A2EA-C50F3431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CF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FC2"/>
                </a:solidFill>
                <a:latin typeface="Arial"/>
                <a:ea typeface="Arial"/>
                <a:cs typeface="Arial"/>
              </a:rPr>
              <a:t>Вага LED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BB750-AC69-49E3-AEE1-2357DEBC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8   4   2   1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E48CF-C62A-48B5-B4E8-125BF31E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38300"/>
            <a:ext cx="857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○</a:t>
            </a:r>
          </a:p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○</a:t>
            </a:r>
          </a:p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○</a:t>
            </a:r>
          </a:p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82402-1077-4F17-A13D-F89FDBAF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CF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FC2"/>
                </a:solidFill>
                <a:latin typeface="Arial"/>
                <a:ea typeface="Arial"/>
                <a:cs typeface="Arial"/>
              </a:rPr>
              <a:t>Г1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E4108-4E94-4DC0-912D-B8416A1A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292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74C60-3F13-420F-B3E9-3791C8A4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38300"/>
            <a:ext cx="857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○</a:t>
            </a:r>
          </a:p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○</a:t>
            </a:r>
          </a:p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●</a:t>
            </a:r>
          </a:p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ED0FB-B5B7-4623-B26F-C98BE1B7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482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CF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FC2"/>
                </a:solidFill>
                <a:latin typeface="Arial"/>
                <a:ea typeface="Arial"/>
                <a:cs typeface="Arial"/>
              </a:rPr>
              <a:t>Г2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5C080-7A68-490A-8D40-368D8743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292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FA761-4520-4A60-9847-75070A51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38300"/>
            <a:ext cx="857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○</a:t>
            </a:r>
          </a:p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○</a:t>
            </a:r>
          </a:p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●</a:t>
            </a:r>
          </a:p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15FAB-4EDA-402A-9FA8-59571CFB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482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CF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FC2"/>
                </a:solidFill>
                <a:latin typeface="Arial"/>
                <a:ea typeface="Arial"/>
                <a:cs typeface="Arial"/>
              </a:rPr>
              <a:t>Х1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86C93-9AE4-4451-8341-A51B5FD8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292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C4E03-D0B8-4579-B329-4F019F76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38300"/>
            <a:ext cx="857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○</a:t>
            </a:r>
          </a:p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●</a:t>
            </a:r>
          </a:p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○</a:t>
            </a:r>
          </a:p>
          <a:p xmlns:a="http://schemas.openxmlformats.org/drawingml/2006/main">
            <a:pPr algn="ctr">
              <a:defRPr sz="36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E2BA5-E102-4BC6-AAC8-D6A79117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482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CF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FC2"/>
                </a:solidFill>
                <a:latin typeface="Arial"/>
                <a:ea typeface="Arial"/>
                <a:cs typeface="Arial"/>
              </a:rPr>
              <a:t>Х2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D2AB3-263E-415F-A074-5AC970F0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292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23DC2-037C-4DF2-91D1-1A4B6A57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51432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e05ba5070446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3C8B4-9F6D-4505-A161-21454734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режими.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характер.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2B583-98FB-4609-BFC4-980A2B24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01   ЧАС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F1557-5AAA-448E-90EB-3CD4C032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 ДАТА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034D7-CC38-4082-9A89-DD3520BF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 КЛІМАТ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17965-52F6-4F48-A386-5F938D23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 БУДИЛЬНИК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6B30C-80D6-40BA-9DFA-0032503F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5E4D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5E4DC"/>
                </a:solidFill>
                <a:latin typeface="Arial"/>
                <a:ea typeface="Arial"/>
                <a:cs typeface="Arial"/>
              </a:rPr>
              <a:t>Зелений індикатор показує активний режим.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2599F-A96D-452C-832B-E08ECCF1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300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AEE28-F758-44A1-8A2B-2086C004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3A2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B3A2A"/>
                </a:solidFill>
                <a:latin typeface="Arial"/>
                <a:ea typeface="Arial"/>
                <a:cs typeface="Arial"/>
              </a:rPr>
              <a:t>Погода починається з тиску.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AF137-FDAC-4FB4-920A-362AEA72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4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46D"/>
                </a:solidFill>
                <a:latin typeface="Arial"/>
                <a:ea typeface="Arial"/>
                <a:cs typeface="Arial"/>
              </a:rPr>
              <a:t>Барометр перетворює зміну атмосферного тиску на просту шкалу з п’яти станів.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623AA-A88F-4A22-AAF3-74723FD6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51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●  ГРОЗА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37048-6DE6-48A5-9F91-21FBF8BD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051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68746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4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0BE61-E067-4D45-AFC3-788F9F30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28670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5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5B6E3-4F3A-4D44-9240-F9639ABC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71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●  ДОЩ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50944-A330-4CAB-A9E3-31DB88C2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718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68746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4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B770D-5C76-4A3B-9FB3-DAC3E19E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353377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51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AE676-C6C3-487C-AD15-941C992F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38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3A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3A2A"/>
                </a:solidFill>
                <a:latin typeface="Arial"/>
                <a:ea typeface="Arial"/>
                <a:cs typeface="Arial"/>
              </a:rPr>
              <a:t>●  ХМАРНО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166B1-388A-419D-9BF4-7033BD3F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386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68746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4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D40ED-DC39-4F95-B804-EE286B25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42005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E7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1430F-FADE-4E79-99D4-92B54BAE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05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3A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3A2A"/>
                </a:solidFill>
                <a:latin typeface="Arial"/>
                <a:ea typeface="Arial"/>
                <a:cs typeface="Arial"/>
              </a:rPr>
              <a:t>●  ЯСНО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1E627-7D3B-4513-A141-384BD33D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053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68746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4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2BA9E-55B9-48E0-BF94-DA1DCDD0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486727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E7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C8590-7305-4148-A613-8831B0AF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721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3A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3A2A"/>
                </a:solidFill>
                <a:latin typeface="Arial"/>
                <a:ea typeface="Arial"/>
                <a:cs typeface="Arial"/>
              </a:rPr>
              <a:t>●  СУХО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1E403-E10E-4D37-8992-A02106E6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721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68746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4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E3389-59FC-427A-A19B-28B0224F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55340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E7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B2147-81BB-4775-A123-E7478BFF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5C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5C4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28924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3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1A51D-14A4-4B5C-9C6E-82A42A9F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66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Комфорт кімнати.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 ще одного екрана.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F81F3-0C93-4602-80C2-DEBCBF8B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23°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1C3B8-5BB4-48BC-A150-C488E99C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DB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8DBD1"/>
                </a:solidFill>
                <a:latin typeface="Arial"/>
                <a:ea typeface="Arial"/>
                <a:cs typeface="Arial"/>
              </a:rPr>
              <a:t>Температура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38EB8-632C-47AE-941E-037B34FB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38E8B-3895-4244-84FD-65536C43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62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DB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8DBD1"/>
                </a:solidFill>
                <a:latin typeface="Arial"/>
                <a:ea typeface="Arial"/>
                <a:cs typeface="Arial"/>
              </a:rPr>
              <a:t>Вологість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D4598-A9C2-4034-BCD1-539B66DE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9550" y="2381250"/>
            <a:ext cx="0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5C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0A5AB-C4A8-4479-8D07-78FE6CFE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790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Датчик освітленості автоматично змінює яскравість LED: чітко вдень, м’яко ввечері.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6A2B8-5E51-4CF1-9ADF-C84FC7F0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BME280  ·  BH1750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7D7F4-96ED-4F37-9F3E-0C8BEE88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883438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C4E26-95D3-49D5-B0EC-7B51F01D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219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0" b="1">
                <a:solidFill>
                  <a:srgbClr val="2387FF"/>
                </a:solidFill>
                <a:latin typeface="Arial"/>
                <a:ea typeface="Arial"/>
                <a:cs typeface="Arial"/>
              </a:defRPr>
            </a:pPr>
            <a:r>
              <a:rPr sz="14250" b="1">
                <a:solidFill>
                  <a:srgbClr val="2387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B995E-B766-44C2-A52F-AEF11ADB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3A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3A2A"/>
                </a:solidFill>
                <a:latin typeface="Arial"/>
                <a:ea typeface="Arial"/>
                <a:cs typeface="Arial"/>
              </a:rPr>
              <a:t>Будильник, який видно.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B60B8-669B-4D55-93D0-08F31471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4790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4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41C"/>
                </a:solidFill>
                <a:latin typeface="Arial"/>
                <a:ea typeface="Arial"/>
                <a:cs typeface="Arial"/>
              </a:rPr>
              <a:t>Синій індикатор світиться, коли будильник увімкнений. Після спрацювання звук вимикається будь-якою кнопкою.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7C487-E2FE-48C4-B13A-24C56F58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71850" y="3771900"/>
            <a:ext cx="662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E7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32F71-1E49-439D-B4AC-2C62816C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100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5C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D5C43"/>
                </a:solidFill>
                <a:latin typeface="Arial"/>
                <a:ea typeface="Arial"/>
                <a:cs typeface="Arial"/>
              </a:rPr>
              <a:t>Чіткий сигнал. Жодних прихованих меню.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98BC4-BBF8-4694-A7EE-812B5846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5C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5C4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57915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adf709a7a414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1E683-9165-4E84-817F-D4BE4251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0668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Створений руками.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1B638-55E1-4F7C-AC7A-DA378013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Натуральна деревина, жива фактура й акуратна ручна робота роблять кожен пристрій трохи особливим.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EEF09-3797-4E85-BB9D-A34AD8E4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67550" y="3771900"/>
            <a:ext cx="398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5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32675-7706-45F8-A6A7-317BA195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Не маскує свій характер. Підкреслює його.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8854F-CCA9-45D8-86EC-D19EBD88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402345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1242D-DE56-4BE4-AED1-98B22EC3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3A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3A2A"/>
                </a:solidFill>
                <a:latin typeface="Arial"/>
                <a:ea typeface="Arial"/>
                <a:cs typeface="Arial"/>
              </a:rPr>
              <a:t>Чотири кнопки.</a:t>
            </a:r>
          </a:p>
          <a:p xmlns:a="http://schemas.openxmlformats.org/drawingml/2006/main">
            <a:pPr algn="l">
              <a:defRPr sz="3600" b="1">
                <a:solidFill>
                  <a:srgbClr val="0B3A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3A2A"/>
                </a:solidFill>
                <a:latin typeface="Arial"/>
                <a:ea typeface="Arial"/>
                <a:cs typeface="Arial"/>
              </a:rPr>
              <a:t>Жодного меню.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FE29F-4C50-43F7-9186-B8CEA18D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A90F2-8176-4A8B-A4AC-642F1685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" y="35242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5C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02BE8-5528-458B-ABC6-369679CA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4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41C"/>
                </a:solidFill>
                <a:latin typeface="Arial"/>
                <a:ea typeface="Arial"/>
                <a:cs typeface="Arial"/>
              </a:rPr>
              <a:t>РЕДАГУВАННЯ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78C3D-AEA2-4999-AF9C-6EC26AD3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C0FD9-335B-40ED-A202-7B6FB6E5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35242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5C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33054-89CE-44E8-BB08-1F49625A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4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41C"/>
                </a:solidFill>
                <a:latin typeface="Arial"/>
                <a:ea typeface="Arial"/>
                <a:cs typeface="Arial"/>
              </a:rPr>
              <a:t>МІНУС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CE6E5-693F-42AD-BDC8-12CB8D07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6EF15-BD40-4169-8F40-A8E8CE62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24600" y="35242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5C4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6C123-613D-493A-B75A-910DE295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4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41C"/>
                </a:solidFill>
                <a:latin typeface="Arial"/>
                <a:ea typeface="Arial"/>
                <a:cs typeface="Arial"/>
              </a:rPr>
              <a:t>ПЛЮС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5A196-1DCC-4472-9421-1678AC2F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1F037-90D1-41AA-965E-EEAD1700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24950" y="35242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5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06C07-3A5B-446C-9292-6300FA87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00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4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41C"/>
                </a:solidFill>
                <a:latin typeface="Arial"/>
                <a:ea typeface="Arial"/>
                <a:cs typeface="Arial"/>
              </a:rPr>
              <a:t>РЕЖИМ / ЗБЕРЕГТИ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19DE6-CE0E-4A25-BE08-11D7853D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4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8746D"/>
                </a:solidFill>
                <a:latin typeface="Arial"/>
                <a:ea typeface="Arial"/>
                <a:cs typeface="Arial"/>
              </a:rPr>
              <a:t>Li-Po 2000 мАг  ·  заряджання micro-USB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383D1-EEB8-4CDA-9AF7-B01320E1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5C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5C4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20320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2b63e6f584a9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E3B13-463E-4F44-AC14-91EF8761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Час. Погода.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Атмосфера.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34FB5-1B2B-465A-B580-546CD6D6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5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511"/>
                </a:solidFill>
                <a:latin typeface="Arial"/>
                <a:ea typeface="Arial"/>
                <a:cs typeface="Arial"/>
              </a:rPr>
              <a:t>Бінарний годинник-барометр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5956E-FBF2-49B0-896B-AC105693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Функціональний предмет із власним характером.</a:t>
            </a:r>
          </a:p>
        </p:txBody>
      </p:sp>
    </p:spTree>
    <p:extLst>
      <p:ext uri="{BB962C8B-B14F-4D97-AF65-F5344CB8AC3E}">
        <p14:creationId xmlns:p14="http://schemas.microsoft.com/office/powerpoint/2010/main" val="1647307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2026-09-27T20:50:53.0960000Z</dcterms:created>
  <dcterms:modified xsi:type="dcterms:W3CDTF">2026-09-27T20:50:53.0960000Z</dcterms:modified>
</coreProperties>
</file>